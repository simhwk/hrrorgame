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[무제] 동굴 공포 게임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친구를 따라 들어간 동굴에서, 친구가 남긴 표식조차 믿을 수 없게 되어가는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20분 내외의 1인칭 파운드푸티지 공포 게임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381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DOCUMENT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HIGH-LEVEL VISION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비전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1C1C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엘리베이터 피치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친구를 따라 들어간 동굴에서, 앞서간 친구가 남긴 표식을 따라 나아가지만 그 표식조차 점점 믿을 수 없게 되어가는 20분 내외의 1인칭 파운드푸티지 공포 게임.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6492240" cy="1920240"/>
          </a:xfrm>
          <a:prstGeom prst="roundRect">
            <a:avLst>
              <a:gd name="adj" fmla="val 3810"/>
            </a:avLst>
          </a:prstGeom>
          <a:solidFill>
            <a:srgbClr val="1C1C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레퍼런스 + 차별점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Lung(폐쇄 공간, 안 보이는 위협), 8번 출구(갈림길+단서 확인 루프) 참고. 차별점: 정답을 판정해서 되돌리는 구조가 없다 — 표식의 신뢰도 자체가 무너지는 게 핵심이라 공략이 성립하지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182880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1C1C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43800" y="193852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/ Unity 3D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459736"/>
            <a:ext cx="38862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301752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1C1C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43800" y="312724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20분 이하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648456"/>
            <a:ext cx="38862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러닝타임 · 단일 세션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420624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1C1C1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4315968"/>
            <a:ext cx="38862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미정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837176"/>
            <a:ext cx="38862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모델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ART STYLE &amp; THEME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아트 스타일 / 무드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0" cy="4343400"/>
          </a:xfrm>
          <a:prstGeom prst="rect">
            <a:avLst/>
          </a:prstGeom>
          <a:solidFill>
            <a:srgbClr val="171714"/>
          </a:solidFill>
          <a:ln w="15875">
            <a:solidFill>
              <a:srgbClr val="3A3A3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5433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동굴 탐험 레퍼런스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(좁은 크롤 통로 / 높이 변화 비교)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745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스타일: 캠코더 오버레이 — 타임스탬프·배터리·REC·노이즈·스캔라인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톤: 어둡고 습함. 천장 높이 160cm → 100cm로 낮아지며 압박감 상승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스타일: 해당 없음 — 캐릭터·크리처 모델링 없음. 위협은 소리·화면 효과로만 존재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렌더링/시점: 1인칭 핸드캠 (파운드 푸티지)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연출 참고 클립: 미정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스토리 프레임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C1C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서사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플레이어는 친구를 따라 담력체험 삼아 동굴에 들어간다. 먼저 사라진 친구가 남긴 표식을 따라 나아가지만, 표식은 점점 신뢰할 수 없게 변하고, 결국 어떤 길을 택해도 마지막엔 무언가에게 습격당해 죽는다.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C1C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오프닝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친구와의 대화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(형식 미정)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41605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C1C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본편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스토리텔링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(흔적, 소리)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0" y="41605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C1C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엔딩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(습격 → 낙하)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컷신은 엔딩에서만 사용된다. 본편은 텍스트 튜토리얼 없이 환경으로 전달.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CORE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루프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94460" y="1965960"/>
            <a:ext cx="640080" cy="64008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44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갈림길 도착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9659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46220" y="1965960"/>
            <a:ext cx="640080" cy="64008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462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표식 확인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9659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97980" y="1965960"/>
            <a:ext cx="640080" cy="64008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79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판단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9659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49740" y="1965960"/>
            <a:ext cx="640080" cy="64008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97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반복될수록 이상현상 강도 상승, 표식 매체도 단계적으로 전환 → 엔딩 트리거 → 컷신 → 종료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1C1C1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시스템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80560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이상현상 상태 관리 (루프 진행에 따른 강도·매체 전환)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상태 연출 (숨소리·시야 왜곡)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시스템: 없음 — 단일 세션, 저장·재도전 없음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9319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C1C1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· 변수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4805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화면: 캠 화면 (오프닝 화면은 별도일 수 있음, 형식 미정)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이동: 오프닝 → 본편(캠 반복) → 엔딩 컷신 → 종료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변수: 루프 진행도, 플레이어 상태 레벨 (세부 수치 미정)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SCREENS, UI, UX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/ UI / 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0" cy="4343400"/>
          </a:xfrm>
          <a:prstGeom prst="rect">
            <a:avLst/>
          </a:prstGeom>
          <a:solidFill>
            <a:srgbClr val="171714"/>
          </a:solidFill>
          <a:ln w="15875">
            <a:solidFill>
              <a:srgbClr val="3A3A3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5433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캠코더 뷰파인더 UI 목업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(타임스탬프 · REC · 배터리 · 노이즈)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745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 화면: 화면 전체가 뷰파인더. 상/하단에 타임스탬프·배터리·REC 표시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노이즈·스캔라인이 루프 진행에 따라 강해짐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UI 요소: REC 인디케이터, 배터리 표시(연출용, 자원 관리 여부 미정), 노이즈 강도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전환: 오프닝 종료 → 캠 On → 엔딩 컷신 → 캠 낙하로 종료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조작에 의한 메뉴 전환 없음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LEVEL SCHEMA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 구조 (전통적 "레벨" 없음)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별도의 여러 공간이 아니라, 작은 T자형 맵 하나를 반복 순회하는 구조. 천장 높이가 낮아지며 이동 방식과 표식 매체가 단계적으로 바뀐다.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1C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160cm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테이프 구간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서서 이동, 눈으로 표식 확인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3337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1C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100cm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가이드라인 구간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구부려 이동, 손으로 표식 확인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337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1C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898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막다른 분기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핏자국 구간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94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단서 없음, 결과만 남음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C1C1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047488"/>
            <a:ext cx="3200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678424"/>
            <a:ext cx="32004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반복 루프 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C1C1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34840" y="5047488"/>
            <a:ext cx="3200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T자형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5678424"/>
            <a:ext cx="32004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갈림길 구조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93776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C1C1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0" y="5047488"/>
            <a:ext cx="3291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불필요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5678424"/>
            <a:ext cx="3291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에디터 — 고정 배치 + 코드 상태 전환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FIRST TIME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플레이 경험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9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8288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텍스트 튜토리얼 없음. 오프닝 대화(친구와 담력체험 설정)로 자연스럽게 진입.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94360" cy="594360"/>
          </a:xfrm>
          <a:prstGeom prst="ellipse">
            <a:avLst/>
          </a:prstGeom>
          <a:solidFill>
            <a:srgbClr val="1C1C18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9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전달 개념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803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"표식 = 방향 단서" — 친구가 남겼다는 서사로 암시. 명시적 튜토리얼 텍스트 없음.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C1C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81728"/>
            <a:ext cx="1069848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20분 이내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532120"/>
            <a:ext cx="1069848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포함 전체 소요 시간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TEAM, SCHEDULE, BUDGET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/ 일정 / 예산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3200400"/>
          </a:xfrm>
          <a:prstGeom prst="roundRect">
            <a:avLst>
              <a:gd name="adj" fmla="val 2286"/>
            </a:avLst>
          </a:prstGeom>
          <a:solidFill>
            <a:srgbClr val="1C1C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미정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계획용 — 외부 제출 문서에는 포함하지 않음.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2026-09-07T08:02:49Z</dcterms:created>
  <dcterms:modified xsi:type="dcterms:W3CDTF">2026-09-07T08:02:49Z</dcterms:modified>
</cp:coreProperties>
</file>